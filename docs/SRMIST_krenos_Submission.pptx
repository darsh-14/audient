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9" r:id="rId8"/>
    <p:sldId id="263" r:id="rId12"/>
    <p:sldId id="262" r:id="rId11"/>
    <p:sldId id="264" r:id="rId13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70332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05: Interruptible Real-Time Agents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github.com/Darsh-14/Audient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/>
          <p:cNvSpPr txBox="1"/>
          <p:nvPr/>
        </p:nvSpPr>
        <p:spPr>
          <a:xfrm>
            <a:off x="777240" y="32004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D28D9"/>
                </a:solidFill>
              </a:rPr>
              <a:t>Audient: Dual-Path Full-Duplex Agent with Dynamic Cancellation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Theme 05: Interruptible Real-Time Agents — voice-native, full-duplex, tool-using assistants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PROBLEM STATEMENT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The full-duplex concurrency challenge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Half-duplex bottleneck: </a:t>
            </a:r>
            <a:r>
              <a:rPr sz="1250">
                <a:solidFill>
                  <a:srgbClr val="475569"/>
                </a:solidFill>
              </a:rPr>
              <a:t>assistants listen → think → speak in rigid turns, but people interrupt, pause and correct themselves mid-sentence.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Stale plans: </a:t>
            </a:r>
            <a:r>
              <a:rPr sz="1250">
                <a:solidFill>
                  <a:srgbClr val="475569"/>
                </a:solidFill>
              </a:rPr>
              <a:t>a correction arriving while a tool call is in flight must cancel it, not queue behind it.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Today's failure modes: </a:t>
            </a:r>
            <a:r>
              <a:rPr sz="1250">
                <a:solidFill>
                  <a:srgbClr val="475569"/>
                </a:solidFill>
              </a:rPr>
              <a:t>dead air while tools run, or confident 'Done!' before the action has actually happened.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9768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DISFLUENCIES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Five kinds of messy speech we handle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Fillers ('um', 'uh'): </a:t>
            </a:r>
            <a:r>
              <a:rPr sz="1250">
                <a:solidFill>
                  <a:srgbClr val="475569"/>
                </a:solidFill>
              </a:rPr>
              <a:t>the user still holds the floor; don't answer yet.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Acoustic pauses: </a:t>
            </a:r>
            <a:r>
              <a:rPr sz="1250">
                <a:solidFill>
                  <a:srgbClr val="475569"/>
                </a:solidFill>
              </a:rPr>
              <a:t>a VAD end-of-turn after 'fly to, um…' is not a finished request.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Stutters &amp; hesitations: </a:t>
            </a:r>
            <a:r>
              <a:rPr sz="1250">
                <a:solidFill>
                  <a:srgbClr val="475569"/>
                </a:solidFill>
              </a:rPr>
              <a:t>'f-f-find', 'to to', 'Bo- Boston'.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False starts: </a:t>
            </a:r>
            <a:r>
              <a:rPr sz="1250">
                <a:solidFill>
                  <a:srgbClr val="475569"/>
                </a:solidFill>
              </a:rPr>
              <a:t>'I need to b- book, no, just find flights…'.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Self-corrections: </a:t>
            </a:r>
            <a:r>
              <a:rPr sz="1250">
                <a:solidFill>
                  <a:srgbClr val="475569"/>
                </a:solidFill>
              </a:rPr>
              <a:t>'Delhi, no wait, Bangalore' → roll back one slot, keep the rest.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04672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D97706"/>
                </a:solidFill>
              </a:rPr>
              <a:t>TECHNICAL CHALLENGE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Concurrency &amp; state consistency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Floor management: </a:t>
            </a:r>
            <a:r>
              <a:rPr sz="1250">
                <a:solidFill>
                  <a:srgbClr val="475569"/>
                </a:solidFill>
              </a:rPr>
              <a:t>a meaningful spoken acknowledgment within 250 ms, never a false completion claim.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Speculative execution: </a:t>
            </a:r>
            <a:r>
              <a:rPr sz="1250">
                <a:solidFill>
                  <a:srgbClr val="475569"/>
                </a:solidFill>
              </a:rPr>
              <a:t>start safe (read-only) work before the user finishes; perception runs in worker threads.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Transactional recovery: </a:t>
            </a:r>
            <a:r>
              <a:rPr sz="1250">
                <a:solidFill>
                  <a:srgbClr val="475569"/>
                </a:solidFill>
              </a:rPr>
              <a:t>abort superseded in-flight calls within a 15 ms grace period, update the state snapshot, never duplicate a state-changing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Audient on Full-Duplex-Bench v3: Gemini Live through LiveKit, with a coordination layer between model and tools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169164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</a:rPr>
              <a:t>User audio → LiveKit room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FDB-v3 recording (48 kHz, fillers, pauses, self-corrections), streamed 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2560320"/>
            <a:ext cx="260604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59669"/>
                </a:solidFill>
              </a:rPr>
              <a:t>LOCAL VOICE DETECTOR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Silero VAD on the user's audio: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when the user starts and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stops speaking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337560" y="2560320"/>
            <a:ext cx="260604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563EB"/>
                </a:solidFill>
              </a:rPr>
              <a:t>GEMINI LIVE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Gemini 2.5 Flash native audio: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listens, decides, speaks,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issues tool calls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4114800"/>
            <a:ext cx="539496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C2626"/>
                </a:solidFill>
              </a:rPr>
              <a:t>AUDIENT COORDINATION LAYER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hold, then commit (2.0 s of quiet) · defer, don't drop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never repeat an identical call · ask for the reply if Gemini drops it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553212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</a:rPr>
              <a:t>FDB-v3 mock tools and call log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12 tools in 4 domains (travel, finance, housing, e-commerce), scored by FDB-v3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828800" y="224028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663440" y="224028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828800" y="379476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663440" y="379476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246120" y="521208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172200" y="16459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059669"/>
                </a:solidFill>
              </a:rPr>
              <a:t>HOLD, THEN COMMIT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Pauses: </a:t>
            </a:r>
            <a:r>
              <a:rPr sz="1050">
                <a:solidFill>
                  <a:srgbClr val="475569"/>
                </a:solidFill>
              </a:rPr>
              <a:t>a call made in a pause mid-sentence waits until the user has been quiet for 2.0 s (pauses in FDB-v3 last 1.6-3.2 s).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Quiet: </a:t>
            </a:r>
            <a:r>
              <a:rPr sz="1050">
                <a:solidFill>
                  <a:srgbClr val="475569"/>
                </a:solidFill>
              </a:rPr>
              <a:t>measured on the user's own audio; LiveKit's Gemini plugin reports Gemini's replies as user speech.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172200" y="329184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DC2626"/>
                </a:solidFill>
              </a:rPr>
              <a:t>DEFER, DON'T DROP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Talked over: </a:t>
            </a:r>
            <a:r>
              <a:rPr sz="1050">
                <a:solidFill>
                  <a:srgbClr val="475569"/>
                </a:solidFill>
              </a:rPr>
              <a:t>if the user speaks again, the call waits; it is dropped only after a correction ('wait', 'actually') and a newer call to the same tool.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Result: </a:t>
            </a:r>
            <a:r>
              <a:rPr sz="1050">
                <a:solidFill>
                  <a:srgbClr val="475569"/>
                </a:solidFill>
              </a:rPr>
              <a:t>self-corrections pass 70.6% vs 41.2% for FDB-v3's own Gemini agent.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172200" y="493776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6D28D9"/>
                </a:solidFill>
              </a:rPr>
              <a:t>NEVER REPEAT, NEVER SILENT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Idempotent: </a:t>
            </a:r>
            <a:r>
              <a:rPr sz="1050">
                <a:solidFill>
                  <a:srgbClr val="475569"/>
                </a:solidFill>
              </a:rPr>
              <a:t>a call with the same tool and arguments runs once; its result is reused.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Reply guard: </a:t>
            </a:r>
            <a:r>
              <a:rPr sz="1050">
                <a:solidFill>
                  <a:srgbClr val="475569"/>
                </a:solidFill>
              </a:rPr>
              <a:t>when Gemini cancels its own call and drops the reply, the agent asks it once to report the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Extension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Beyond the benchmark's domains: hands-free appliance troubleshooting from a camera frame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4864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THE USE CASE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Camera-grounded troubleshooting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'My washer shows error E-20…' → reads model WM-3000 from the frame, looks up E20.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'…wait, no, the red light stopped, now it's blinking blue twice' → drops the stale E20 request, grounds the new symptom, answers from the manual (valve fault).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Too-dark frame → asks the user to move closer instead of guessing.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29768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RUNS END TO END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How to try it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Web app: </a:t>
            </a:r>
            <a:r>
              <a:rPr sz="1250">
                <a:solidFill>
                  <a:srgbClr val="475569"/>
                </a:solidFill>
              </a:rPr>
              <a:t>python api/run.py, open localhost:8000, pick or upload a camera frame, then speak or type.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Scripted run: </a:t>
            </a:r>
            <a:r>
              <a:rPr sz="1250">
                <a:solidFill>
                  <a:srgbClr val="475569"/>
                </a:solidFill>
              </a:rPr>
              <a:t>python run_eval.py --agent audient --show V03 prints every timestamped action.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Perception: </a:t>
            </a:r>
            <a:r>
              <a:rPr sz="1250">
                <a:solidFill>
                  <a:srgbClr val="475569"/>
                </a:solidFill>
              </a:rPr>
              <a:t>RapidOCR + OpenCV read the model, error code and LED colour on the CPU.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Scope: </a:t>
            </a:r>
            <a:r>
              <a:rPr sz="1250">
                <a:solidFill>
                  <a:srgbClr val="475569"/>
                </a:solidFill>
              </a:rPr>
              <a:t>runs on Audient's original event-driven agent (same correction rules), not yet inside the LiveKit agent.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04672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WHO BENEFITS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Where interruption-safety matters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Field technicians: </a:t>
            </a:r>
            <a:r>
              <a:rPr sz="1250">
                <a:solidFill>
                  <a:srgbClr val="475569"/>
                </a:solidFill>
              </a:rPr>
              <a:t>hands-free manual lookup grounded in what the camera sees.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Home users: </a:t>
            </a:r>
            <a:r>
              <a:rPr sz="1250">
                <a:solidFill>
                  <a:srgbClr val="475569"/>
                </a:solidFill>
              </a:rPr>
              <a:t>describe a fault, change their mind, and get the answer for the fault they meant.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People with disfluent speech: </a:t>
            </a:r>
            <a:r>
              <a:rPr sz="1250">
                <a:solidFill>
                  <a:srgbClr val="475569"/>
                </a:solidFill>
              </a:rPr>
              <a:t>pauses, fillers and stutters don't cut them 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Benchmark results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Full-Duplex-Bench v3: all 100 recordings on GitHub Codespaces, arguments compared exactly (no GPT-4o judge)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48640" y="1645920"/>
            <a:ext cx="329184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50" b="1">
                <a:solidFill>
                  <a:srgbClr val="6D28D9"/>
                </a:solidFill>
              </a:rPr>
              <a:t>WHAT WE COMPARED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Same model, voice and tools: </a:t>
            </a:r>
            <a:r>
              <a:rPr sz="1150">
                <a:solidFill>
                  <a:srgbClr val="475569"/>
                </a:solidFill>
              </a:rPr>
              <a:t>FDB-v3's own gemini2_5 agent is the baseline; Audient adds its layer and a few instructions.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Strict pass: </a:t>
            </a:r>
            <a:r>
              <a:rPr sz="1150">
                <a:solidFill>
                  <a:srgbClr val="475569"/>
                </a:solidFill>
              </a:rPr>
              <a:t>every expected call, with the right arguments.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Reproduce: </a:t>
            </a:r>
            <a:r>
              <a:rPr sz="1150">
                <a:solidFill>
                  <a:srgbClr val="475569"/>
                </a:solidFill>
              </a:rPr>
              <a:t>bash fdb_agent/setup.sh, then bash fdb_agent/run_benchmark.sh audient.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3977639" y="169164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Audient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FDB Gemini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Strict pass rate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47.0%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47.0%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Self-correction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70.6%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Medium (2 tools)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52.9%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44.1%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Hard (3-tool chains)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Replied at all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82/100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99/100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Avg latency to 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12.1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13.2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3977639" y="539496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475569"/>
                </a:solidFill>
              </a:rPr>
              <a:t>Audient column: the full run before the voice-detector and reply-guard fixes; the full run with them is pending. Source: reports/fdb/&lt;run&gt;/evaluate_*.txt, from FDB-v3's own scorers.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321040" y="1645920"/>
            <a:ext cx="333756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50" b="1">
                <a:solidFill>
                  <a:srgbClr val="D97706"/>
                </a:solidFill>
              </a:rPr>
              <a:t>WHAT HELD IT BACK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No reply: </a:t>
            </a:r>
            <a:r>
              <a:rPr sz="1150">
                <a:solidFill>
                  <a:srgbClr val="475569"/>
                </a:solidFill>
              </a:rPr>
              <a:t>LiveKit's Gemini plugin reported Gemini's replies as user speech, so calls were held up to 20 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Fixed: </a:t>
            </a:r>
            <a:r>
              <a:rPr sz="1150">
                <a:solidFill>
                  <a:srgbClr val="475569"/>
                </a:solidFill>
              </a:rPr>
              <a:t>a local voice detector; of the 24 recordings that had gone silent, 18 now reply (was 6).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Still silent: </a:t>
            </a:r>
            <a:r>
              <a:rPr sz="1150">
                <a:solidFill>
                  <a:srgbClr val="475569"/>
                </a:solidFill>
              </a:rPr>
              <a:t>Gemini server errors (1011, 1007), outside our control.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Exact match: </a:t>
            </a:r>
            <a:r>
              <a:rPr sz="1150">
                <a:solidFill>
                  <a:srgbClr val="475569"/>
                </a:solidFill>
              </a:rPr>
              <a:t>'3000' vs 3000 fails without the judge.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Turn the self-correction gain into a higher overall pass rate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BENCHMARK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Close the gap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Full run with the voice detector and reply guard; report it whatever it shows.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Normalise argument formats (dates, numbers, IDs) before a call runs, so exact match and the judge agree.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1792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TURN-TAKING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Local end-of-turn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Move end-of-turn to the local voice detector once LiveKit's Gemini plugin supports manual turns.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Handle Gemini's own call cancellations directly instead of asking again for the reply.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4864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EXTENSION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Inside the LiveKit agent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Give the LiveKit agent the camera-troubleshooting tools, so the extension runs on the benchmark agent.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Blink-pattern recognition across frames, not just LED colour.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21792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D97706"/>
                </a:solidFill>
              </a:rPr>
              <a:t>ON-DEVICE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Galaxy-class deployment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Plain Python: </a:t>
            </a:r>
            <a:r>
              <a:rPr sz="1250">
                <a:solidFill>
                  <a:srgbClr val="475569"/>
                </a:solidFill>
              </a:rPr>
              <a:t>the coordination layer has no model on the critical path, a natural fit for on-device execution.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Swap the hosted speech model for an on-device one behind the same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GitHub repo (Y/N): Y — github.com/Darsh-14/Audient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(Y/N): Y — README.md and fdb_agent/README.md (setup.sh, run_benchmark.sh)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3 to 5 minutes (YouTube or Drive link): Google Drive folder, linked in README.md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(Y/N): Y — this deck (8 slides)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663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D28D9"/>
                </a:solidFill>
              </a:rPr>
              <a:t>Audient — Dual-Path Full-Duplex Agent with Dynamic Cancellation</a:t>
            </a:r>
          </a:p>
          <a:p>
            <a:r>
              <a:rPr sz="1300">
                <a:solidFill>
                  <a:srgbClr val="475569"/>
                </a:solidFill>
              </a:rPr>
              <a:t>Repository: github.com/Darsh-14/Audient   ·   Team: [Team Name], [College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